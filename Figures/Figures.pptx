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45720000" cy="45720000"/>
  <p:notesSz cx="6858000" cy="9144000"/>
  <p:defaultTextStyle>
    <a:defPPr>
      <a:defRPr lang="en-US"/>
    </a:defPPr>
    <a:lvl1pPr marL="0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4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1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4571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526" autoAdjust="0"/>
    <p:restoredTop sz="97325" autoAdjust="0"/>
  </p:normalViewPr>
  <p:slideViewPr>
    <p:cSldViewPr snapToGrid="0">
      <p:cViewPr varScale="1">
        <p:scale>
          <a:sx n="22" d="100"/>
          <a:sy n="22" d="100"/>
        </p:scale>
        <p:origin x="6738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D492C5-B4AC-41AF-8F8E-BE7605DC2F2E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29B03F-5365-4D1C-9D7D-328E81BDA1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755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450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8901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351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7801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251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6702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152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5602" algn="l" defTabSz="4388901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29B03F-5365-4D1C-9D7D-328E81BDA1F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0" y="7482420"/>
            <a:ext cx="38862000" cy="15917333"/>
          </a:xfrm>
        </p:spPr>
        <p:txBody>
          <a:bodyPr anchor="b"/>
          <a:lstStyle>
            <a:lvl1pPr algn="ctr">
              <a:defRPr sz="30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15000" y="24013587"/>
            <a:ext cx="34290000" cy="11038413"/>
          </a:xfrm>
        </p:spPr>
        <p:txBody>
          <a:bodyPr/>
          <a:lstStyle>
            <a:lvl1pPr marL="0" indent="0" algn="ctr">
              <a:buNone/>
              <a:defRPr sz="12000"/>
            </a:lvl1pPr>
            <a:lvl2pPr marL="2286046" indent="0" algn="ctr">
              <a:buNone/>
              <a:defRPr sz="10000"/>
            </a:lvl2pPr>
            <a:lvl3pPr marL="4572091" indent="0" algn="ctr">
              <a:buNone/>
              <a:defRPr sz="9000"/>
            </a:lvl3pPr>
            <a:lvl4pPr marL="6858137" indent="0" algn="ctr">
              <a:buNone/>
              <a:defRPr sz="8000"/>
            </a:lvl4pPr>
            <a:lvl5pPr marL="9144183" indent="0" algn="ctr">
              <a:buNone/>
              <a:defRPr sz="8000"/>
            </a:lvl5pPr>
            <a:lvl6pPr marL="11430229" indent="0" algn="ctr">
              <a:buNone/>
              <a:defRPr sz="8000"/>
            </a:lvl6pPr>
            <a:lvl7pPr marL="13716274" indent="0" algn="ctr">
              <a:buNone/>
              <a:defRPr sz="8000"/>
            </a:lvl7pPr>
            <a:lvl8pPr marL="16002320" indent="0" algn="ctr">
              <a:buNone/>
              <a:defRPr sz="8000"/>
            </a:lvl8pPr>
            <a:lvl9pPr marL="18288366" indent="0" algn="ctr">
              <a:buNone/>
              <a:defRPr sz="8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731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122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9440" y="11398263"/>
            <a:ext cx="39433500" cy="19018247"/>
          </a:xfrm>
        </p:spPr>
        <p:txBody>
          <a:bodyPr anchor="b"/>
          <a:lstStyle>
            <a:lvl1pPr>
              <a:defRPr sz="30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9440" y="30596430"/>
            <a:ext cx="39433500" cy="10001247"/>
          </a:xfrm>
        </p:spPr>
        <p:txBody>
          <a:bodyPr/>
          <a:lstStyle>
            <a:lvl1pPr marL="0" indent="0">
              <a:buNone/>
              <a:defRPr sz="12000">
                <a:solidFill>
                  <a:schemeClr val="tx1">
                    <a:tint val="82000"/>
                  </a:schemeClr>
                </a:solidFill>
              </a:defRPr>
            </a:lvl1pPr>
            <a:lvl2pPr marL="2286046" indent="0">
              <a:buNone/>
              <a:defRPr sz="10000">
                <a:solidFill>
                  <a:schemeClr val="tx1">
                    <a:tint val="82000"/>
                  </a:schemeClr>
                </a:solidFill>
              </a:defRPr>
            </a:lvl2pPr>
            <a:lvl3pPr marL="4572091" indent="0">
              <a:buNone/>
              <a:defRPr sz="9000">
                <a:solidFill>
                  <a:schemeClr val="tx1">
                    <a:tint val="82000"/>
                  </a:schemeClr>
                </a:solidFill>
              </a:defRPr>
            </a:lvl3pPr>
            <a:lvl4pPr marL="6858137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4pPr>
            <a:lvl5pPr marL="9144183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5pPr>
            <a:lvl6pPr marL="11430229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6pPr>
            <a:lvl7pPr marL="13716274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7pPr>
            <a:lvl8pPr marL="1600232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8pPr>
            <a:lvl9pPr marL="18288366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053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43250" y="12170833"/>
            <a:ext cx="19431000" cy="29008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145750" y="12170833"/>
            <a:ext cx="19431000" cy="29008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933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2434178"/>
            <a:ext cx="39433500" cy="88370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9210" y="11207753"/>
            <a:ext cx="19341700" cy="5492747"/>
          </a:xfrm>
        </p:spPr>
        <p:txBody>
          <a:bodyPr anchor="b"/>
          <a:lstStyle>
            <a:lvl1pPr marL="0" indent="0">
              <a:buNone/>
              <a:defRPr sz="12000" b="1"/>
            </a:lvl1pPr>
            <a:lvl2pPr marL="2286046" indent="0">
              <a:buNone/>
              <a:defRPr sz="10000" b="1"/>
            </a:lvl2pPr>
            <a:lvl3pPr marL="4572091" indent="0">
              <a:buNone/>
              <a:defRPr sz="9000" b="1"/>
            </a:lvl3pPr>
            <a:lvl4pPr marL="6858137" indent="0">
              <a:buNone/>
              <a:defRPr sz="8000" b="1"/>
            </a:lvl4pPr>
            <a:lvl5pPr marL="9144183" indent="0">
              <a:buNone/>
              <a:defRPr sz="8000" b="1"/>
            </a:lvl5pPr>
            <a:lvl6pPr marL="11430229" indent="0">
              <a:buNone/>
              <a:defRPr sz="8000" b="1"/>
            </a:lvl6pPr>
            <a:lvl7pPr marL="13716274" indent="0">
              <a:buNone/>
              <a:defRPr sz="8000" b="1"/>
            </a:lvl7pPr>
            <a:lvl8pPr marL="16002320" indent="0">
              <a:buNone/>
              <a:defRPr sz="8000" b="1"/>
            </a:lvl8pPr>
            <a:lvl9pPr marL="18288366" indent="0">
              <a:buNone/>
              <a:defRPr sz="8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49210" y="16700500"/>
            <a:ext cx="19341700" cy="24563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145752" y="11207753"/>
            <a:ext cx="19436955" cy="5492747"/>
          </a:xfrm>
        </p:spPr>
        <p:txBody>
          <a:bodyPr anchor="b"/>
          <a:lstStyle>
            <a:lvl1pPr marL="0" indent="0">
              <a:buNone/>
              <a:defRPr sz="12000" b="1"/>
            </a:lvl1pPr>
            <a:lvl2pPr marL="2286046" indent="0">
              <a:buNone/>
              <a:defRPr sz="10000" b="1"/>
            </a:lvl2pPr>
            <a:lvl3pPr marL="4572091" indent="0">
              <a:buNone/>
              <a:defRPr sz="9000" b="1"/>
            </a:lvl3pPr>
            <a:lvl4pPr marL="6858137" indent="0">
              <a:buNone/>
              <a:defRPr sz="8000" b="1"/>
            </a:lvl4pPr>
            <a:lvl5pPr marL="9144183" indent="0">
              <a:buNone/>
              <a:defRPr sz="8000" b="1"/>
            </a:lvl5pPr>
            <a:lvl6pPr marL="11430229" indent="0">
              <a:buNone/>
              <a:defRPr sz="8000" b="1"/>
            </a:lvl6pPr>
            <a:lvl7pPr marL="13716274" indent="0">
              <a:buNone/>
              <a:defRPr sz="8000" b="1"/>
            </a:lvl7pPr>
            <a:lvl8pPr marL="16002320" indent="0">
              <a:buNone/>
              <a:defRPr sz="8000" b="1"/>
            </a:lvl8pPr>
            <a:lvl9pPr marL="18288366" indent="0">
              <a:buNone/>
              <a:defRPr sz="8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145752" y="16700500"/>
            <a:ext cx="19436955" cy="245639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766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252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2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3048000"/>
            <a:ext cx="14745890" cy="10668000"/>
          </a:xfrm>
        </p:spPr>
        <p:txBody>
          <a:bodyPr anchor="b"/>
          <a:lstStyle>
            <a:lvl1pPr>
              <a:defRPr sz="1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36955" y="6582845"/>
            <a:ext cx="23145750" cy="32490833"/>
          </a:xfrm>
        </p:spPr>
        <p:txBody>
          <a:bodyPr/>
          <a:lstStyle>
            <a:lvl1pPr>
              <a:defRPr sz="16000"/>
            </a:lvl1pPr>
            <a:lvl2pPr>
              <a:defRPr sz="14000"/>
            </a:lvl2pPr>
            <a:lvl3pPr>
              <a:defRPr sz="12000"/>
            </a:lvl3pPr>
            <a:lvl4pPr>
              <a:defRPr sz="10000"/>
            </a:lvl4pPr>
            <a:lvl5pPr>
              <a:defRPr sz="10000"/>
            </a:lvl5pPr>
            <a:lvl6pPr>
              <a:defRPr sz="10000"/>
            </a:lvl6pPr>
            <a:lvl7pPr>
              <a:defRPr sz="10000"/>
            </a:lvl7pPr>
            <a:lvl8pPr>
              <a:defRPr sz="10000"/>
            </a:lvl8pPr>
            <a:lvl9pPr>
              <a:defRPr sz="10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5" y="13716000"/>
            <a:ext cx="14745890" cy="25410587"/>
          </a:xfrm>
        </p:spPr>
        <p:txBody>
          <a:bodyPr/>
          <a:lstStyle>
            <a:lvl1pPr marL="0" indent="0">
              <a:buNone/>
              <a:defRPr sz="8000"/>
            </a:lvl1pPr>
            <a:lvl2pPr marL="2286046" indent="0">
              <a:buNone/>
              <a:defRPr sz="7000"/>
            </a:lvl2pPr>
            <a:lvl3pPr marL="4572091" indent="0">
              <a:buNone/>
              <a:defRPr sz="6000"/>
            </a:lvl3pPr>
            <a:lvl4pPr marL="6858137" indent="0">
              <a:buNone/>
              <a:defRPr sz="5000"/>
            </a:lvl4pPr>
            <a:lvl5pPr marL="9144183" indent="0">
              <a:buNone/>
              <a:defRPr sz="5000"/>
            </a:lvl5pPr>
            <a:lvl6pPr marL="11430229" indent="0">
              <a:buNone/>
              <a:defRPr sz="5000"/>
            </a:lvl6pPr>
            <a:lvl7pPr marL="13716274" indent="0">
              <a:buNone/>
              <a:defRPr sz="5000"/>
            </a:lvl7pPr>
            <a:lvl8pPr marL="16002320" indent="0">
              <a:buNone/>
              <a:defRPr sz="5000"/>
            </a:lvl8pPr>
            <a:lvl9pPr marL="18288366" indent="0">
              <a:buNone/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356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9205" y="3048000"/>
            <a:ext cx="14745890" cy="10668000"/>
          </a:xfrm>
        </p:spPr>
        <p:txBody>
          <a:bodyPr anchor="b"/>
          <a:lstStyle>
            <a:lvl1pPr>
              <a:defRPr sz="1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36955" y="6582845"/>
            <a:ext cx="23145750" cy="32490833"/>
          </a:xfrm>
        </p:spPr>
        <p:txBody>
          <a:bodyPr anchor="t"/>
          <a:lstStyle>
            <a:lvl1pPr marL="0" indent="0">
              <a:buNone/>
              <a:defRPr sz="16000"/>
            </a:lvl1pPr>
            <a:lvl2pPr marL="2286046" indent="0">
              <a:buNone/>
              <a:defRPr sz="14000"/>
            </a:lvl2pPr>
            <a:lvl3pPr marL="4572091" indent="0">
              <a:buNone/>
              <a:defRPr sz="12000"/>
            </a:lvl3pPr>
            <a:lvl4pPr marL="6858137" indent="0">
              <a:buNone/>
              <a:defRPr sz="10000"/>
            </a:lvl4pPr>
            <a:lvl5pPr marL="9144183" indent="0">
              <a:buNone/>
              <a:defRPr sz="10000"/>
            </a:lvl5pPr>
            <a:lvl6pPr marL="11430229" indent="0">
              <a:buNone/>
              <a:defRPr sz="10000"/>
            </a:lvl6pPr>
            <a:lvl7pPr marL="13716274" indent="0">
              <a:buNone/>
              <a:defRPr sz="10000"/>
            </a:lvl7pPr>
            <a:lvl8pPr marL="16002320" indent="0">
              <a:buNone/>
              <a:defRPr sz="10000"/>
            </a:lvl8pPr>
            <a:lvl9pPr marL="18288366" indent="0">
              <a:buNone/>
              <a:defRPr sz="10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49205" y="13716000"/>
            <a:ext cx="14745890" cy="25410587"/>
          </a:xfrm>
        </p:spPr>
        <p:txBody>
          <a:bodyPr/>
          <a:lstStyle>
            <a:lvl1pPr marL="0" indent="0">
              <a:buNone/>
              <a:defRPr sz="8000"/>
            </a:lvl1pPr>
            <a:lvl2pPr marL="2286046" indent="0">
              <a:buNone/>
              <a:defRPr sz="7000"/>
            </a:lvl2pPr>
            <a:lvl3pPr marL="4572091" indent="0">
              <a:buNone/>
              <a:defRPr sz="6000"/>
            </a:lvl3pPr>
            <a:lvl4pPr marL="6858137" indent="0">
              <a:buNone/>
              <a:defRPr sz="5000"/>
            </a:lvl4pPr>
            <a:lvl5pPr marL="9144183" indent="0">
              <a:buNone/>
              <a:defRPr sz="5000"/>
            </a:lvl5pPr>
            <a:lvl6pPr marL="11430229" indent="0">
              <a:buNone/>
              <a:defRPr sz="5000"/>
            </a:lvl6pPr>
            <a:lvl7pPr marL="13716274" indent="0">
              <a:buNone/>
              <a:defRPr sz="5000"/>
            </a:lvl7pPr>
            <a:lvl8pPr marL="16002320" indent="0">
              <a:buNone/>
              <a:defRPr sz="5000"/>
            </a:lvl8pPr>
            <a:lvl9pPr marL="18288366" indent="0">
              <a:buNone/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841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831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718379" y="2434168"/>
            <a:ext cx="9858375" cy="387455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43254" y="2434168"/>
            <a:ext cx="29003625" cy="387455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420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43250" y="2434178"/>
            <a:ext cx="39433500" cy="88370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3250" y="12170833"/>
            <a:ext cx="39433500" cy="29008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43250" y="42375678"/>
            <a:ext cx="10287000" cy="243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4F64E6-72AB-4627-A797-4AFC0E1A45F8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144750" y="42375678"/>
            <a:ext cx="15430500" cy="243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289750" y="42375678"/>
            <a:ext cx="10287000" cy="24341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7F9CC6-029D-4254-ADA7-E4C97A815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02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572091" rtl="0" eaLnBrk="1" latinLnBrk="0" hangingPunct="1">
        <a:lnSpc>
          <a:spcPct val="90000"/>
        </a:lnSpc>
        <a:spcBef>
          <a:spcPct val="0"/>
        </a:spcBef>
        <a:buNone/>
        <a:defRPr sz="2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3023" indent="-1143023" algn="l" defTabSz="4572091" rtl="0" eaLnBrk="1" latinLnBrk="0" hangingPunct="1">
        <a:lnSpc>
          <a:spcPct val="90000"/>
        </a:lnSpc>
        <a:spcBef>
          <a:spcPts val="5000"/>
        </a:spcBef>
        <a:buFont typeface="Arial" panose="020B0604020202020204" pitchFamily="34" charset="0"/>
        <a:buChar char="•"/>
        <a:defRPr sz="14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69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12000" kern="1200">
          <a:solidFill>
            <a:schemeClr val="tx1"/>
          </a:solidFill>
          <a:latin typeface="+mn-lt"/>
          <a:ea typeface="+mn-ea"/>
          <a:cs typeface="+mn-cs"/>
        </a:defRPr>
      </a:lvl2pPr>
      <a:lvl3pPr marL="5715114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10000" kern="1200">
          <a:solidFill>
            <a:schemeClr val="tx1"/>
          </a:solidFill>
          <a:latin typeface="+mn-lt"/>
          <a:ea typeface="+mn-ea"/>
          <a:cs typeface="+mn-cs"/>
        </a:defRPr>
      </a:lvl3pPr>
      <a:lvl4pPr marL="8001160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206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251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297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7pPr>
      <a:lvl8pPr marL="17145343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8pPr>
      <a:lvl9pPr marL="19431389" indent="-1143023" algn="l" defTabSz="4572091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9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46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91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137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183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5pPr>
      <a:lvl6pPr marL="11430229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6pPr>
      <a:lvl7pPr marL="13716274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320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8pPr>
      <a:lvl9pPr marL="18288366" algn="l" defTabSz="4572091" rtl="0" eaLnBrk="1" latinLnBrk="0" hangingPunct="1">
        <a:defRPr sz="9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.png"/><Relationship Id="rId18" Type="http://schemas.openxmlformats.org/officeDocument/2006/relationships/image" Target="../media/image47.png"/><Relationship Id="rId26" Type="http://schemas.openxmlformats.org/officeDocument/2006/relationships/image" Target="../media/image55.png"/><Relationship Id="rId39" Type="http://schemas.openxmlformats.org/officeDocument/2006/relationships/image" Target="../media/image68.png"/><Relationship Id="rId21" Type="http://schemas.openxmlformats.org/officeDocument/2006/relationships/image" Target="../media/image50.png"/><Relationship Id="rId34" Type="http://schemas.openxmlformats.org/officeDocument/2006/relationships/image" Target="../media/image63.png"/><Relationship Id="rId42" Type="http://schemas.openxmlformats.org/officeDocument/2006/relationships/image" Target="../media/image71.png"/><Relationship Id="rId47" Type="http://schemas.openxmlformats.org/officeDocument/2006/relationships/image" Target="../media/image76.png"/><Relationship Id="rId50" Type="http://schemas.openxmlformats.org/officeDocument/2006/relationships/image" Target="../media/image79.png"/><Relationship Id="rId55" Type="http://schemas.openxmlformats.org/officeDocument/2006/relationships/image" Target="../media/image8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5" Type="http://schemas.openxmlformats.org/officeDocument/2006/relationships/image" Target="../media/image54.png"/><Relationship Id="rId33" Type="http://schemas.openxmlformats.org/officeDocument/2006/relationships/image" Target="../media/image62.png"/><Relationship Id="rId38" Type="http://schemas.openxmlformats.org/officeDocument/2006/relationships/image" Target="../media/image67.png"/><Relationship Id="rId46" Type="http://schemas.openxmlformats.org/officeDocument/2006/relationships/image" Target="../media/image75.png"/><Relationship Id="rId2" Type="http://schemas.openxmlformats.org/officeDocument/2006/relationships/image" Target="../media/image31.png"/><Relationship Id="rId16" Type="http://schemas.openxmlformats.org/officeDocument/2006/relationships/image" Target="../media/image45.png"/><Relationship Id="rId20" Type="http://schemas.openxmlformats.org/officeDocument/2006/relationships/image" Target="../media/image49.png"/><Relationship Id="rId29" Type="http://schemas.openxmlformats.org/officeDocument/2006/relationships/image" Target="../media/image58.png"/><Relationship Id="rId41" Type="http://schemas.openxmlformats.org/officeDocument/2006/relationships/image" Target="../media/image70.png"/><Relationship Id="rId54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24" Type="http://schemas.openxmlformats.org/officeDocument/2006/relationships/image" Target="../media/image53.png"/><Relationship Id="rId32" Type="http://schemas.openxmlformats.org/officeDocument/2006/relationships/image" Target="../media/image61.png"/><Relationship Id="rId37" Type="http://schemas.openxmlformats.org/officeDocument/2006/relationships/image" Target="../media/image66.png"/><Relationship Id="rId40" Type="http://schemas.openxmlformats.org/officeDocument/2006/relationships/image" Target="../media/image69.png"/><Relationship Id="rId45" Type="http://schemas.openxmlformats.org/officeDocument/2006/relationships/image" Target="../media/image74.png"/><Relationship Id="rId53" Type="http://schemas.openxmlformats.org/officeDocument/2006/relationships/image" Target="../media/image82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23" Type="http://schemas.openxmlformats.org/officeDocument/2006/relationships/image" Target="../media/image52.png"/><Relationship Id="rId28" Type="http://schemas.openxmlformats.org/officeDocument/2006/relationships/image" Target="../media/image57.png"/><Relationship Id="rId36" Type="http://schemas.openxmlformats.org/officeDocument/2006/relationships/image" Target="../media/image65.png"/><Relationship Id="rId49" Type="http://schemas.openxmlformats.org/officeDocument/2006/relationships/image" Target="../media/image78.png"/><Relationship Id="rId10" Type="http://schemas.openxmlformats.org/officeDocument/2006/relationships/image" Target="../media/image39.png"/><Relationship Id="rId19" Type="http://schemas.openxmlformats.org/officeDocument/2006/relationships/image" Target="../media/image48.png"/><Relationship Id="rId31" Type="http://schemas.openxmlformats.org/officeDocument/2006/relationships/image" Target="../media/image60.png"/><Relationship Id="rId44" Type="http://schemas.openxmlformats.org/officeDocument/2006/relationships/image" Target="../media/image73.png"/><Relationship Id="rId52" Type="http://schemas.openxmlformats.org/officeDocument/2006/relationships/image" Target="../media/image81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Relationship Id="rId22" Type="http://schemas.openxmlformats.org/officeDocument/2006/relationships/image" Target="../media/image51.png"/><Relationship Id="rId27" Type="http://schemas.openxmlformats.org/officeDocument/2006/relationships/image" Target="../media/image56.png"/><Relationship Id="rId30" Type="http://schemas.openxmlformats.org/officeDocument/2006/relationships/image" Target="../media/image59.png"/><Relationship Id="rId35" Type="http://schemas.openxmlformats.org/officeDocument/2006/relationships/image" Target="../media/image64.png"/><Relationship Id="rId43" Type="http://schemas.openxmlformats.org/officeDocument/2006/relationships/image" Target="../media/image72.png"/><Relationship Id="rId48" Type="http://schemas.openxmlformats.org/officeDocument/2006/relationships/image" Target="../media/image77.png"/><Relationship Id="rId8" Type="http://schemas.openxmlformats.org/officeDocument/2006/relationships/image" Target="../media/image37.png"/><Relationship Id="rId51" Type="http://schemas.openxmlformats.org/officeDocument/2006/relationships/image" Target="../media/image80.png"/><Relationship Id="rId3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0F43C792-502E-5C6D-42B0-DDB5A9ED7CA3}"/>
              </a:ext>
            </a:extLst>
          </p:cNvPr>
          <p:cNvGrpSpPr/>
          <p:nvPr/>
        </p:nvGrpSpPr>
        <p:grpSpPr>
          <a:xfrm>
            <a:off x="7538578" y="19779568"/>
            <a:ext cx="29569968" cy="12454328"/>
            <a:chOff x="-9149227" y="-7034"/>
            <a:chExt cx="29569967" cy="12454326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C1610B-75F2-8313-DD15-7BD0B5BAF969}"/>
                </a:ext>
              </a:extLst>
            </p:cNvPr>
            <p:cNvGrpSpPr/>
            <p:nvPr/>
          </p:nvGrpSpPr>
          <p:grpSpPr>
            <a:xfrm>
              <a:off x="-9149227" y="6192784"/>
              <a:ext cx="29557992" cy="6254508"/>
              <a:chOff x="-9137025" y="6961374"/>
              <a:chExt cx="29557992" cy="6254508"/>
            </a:xfrm>
          </p:grpSpPr>
          <p:pic>
            <p:nvPicPr>
              <p:cNvPr id="45" name="Picture 44" descr="A graph of a temperature&#10;&#10;AI-generated content may be incorrect.">
                <a:extLst>
                  <a:ext uri="{FF2B5EF4-FFF2-40B4-BE49-F238E27FC236}">
                    <a16:creationId xmlns:a16="http://schemas.microsoft.com/office/drawing/2014/main" id="{CBD329BE-1B71-9680-970F-EC6DAE589C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9137025" y="6961374"/>
                <a:ext cx="6464821" cy="6254508"/>
              </a:xfrm>
              <a:prstGeom prst="rect">
                <a:avLst/>
              </a:prstGeom>
            </p:spPr>
          </p:pic>
          <p:pic>
            <p:nvPicPr>
              <p:cNvPr id="47" name="Picture 46" descr="A chart of a temperature&#10;&#10;AI-generated content may be incorrect.">
                <a:extLst>
                  <a:ext uri="{FF2B5EF4-FFF2-40B4-BE49-F238E27FC236}">
                    <a16:creationId xmlns:a16="http://schemas.microsoft.com/office/drawing/2014/main" id="{658AD47D-310D-F64A-1DE5-8B9B847ACC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359723" y="6961374"/>
                <a:ext cx="6464821" cy="6254508"/>
              </a:xfrm>
              <a:prstGeom prst="rect">
                <a:avLst/>
              </a:prstGeom>
            </p:spPr>
          </p:pic>
          <p:pic>
            <p:nvPicPr>
              <p:cNvPr id="49" name="Picture 48" descr="A chart of a temperature&#10;&#10;AI-generated content may be incorrect.">
                <a:extLst>
                  <a:ext uri="{FF2B5EF4-FFF2-40B4-BE49-F238E27FC236}">
                    <a16:creationId xmlns:a16="http://schemas.microsoft.com/office/drawing/2014/main" id="{600210FA-E69A-E0EB-CB3F-D23CB584A0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16365" y="6961374"/>
                <a:ext cx="6464821" cy="6254508"/>
              </a:xfrm>
              <a:prstGeom prst="rect">
                <a:avLst/>
              </a:prstGeom>
            </p:spPr>
          </p:pic>
          <p:pic>
            <p:nvPicPr>
              <p:cNvPr id="53" name="Picture 52" descr="A graph of a temperature&#10;&#10;AI-generated content may be incorrect.">
                <a:extLst>
                  <a:ext uri="{FF2B5EF4-FFF2-40B4-BE49-F238E27FC236}">
                    <a16:creationId xmlns:a16="http://schemas.microsoft.com/office/drawing/2014/main" id="{1956A1F7-39ED-3FA0-5980-735FB5865E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2621" y="6961374"/>
                <a:ext cx="6583693" cy="6254508"/>
              </a:xfrm>
              <a:prstGeom prst="rect">
                <a:avLst/>
              </a:prstGeom>
            </p:spPr>
          </p:pic>
          <p:pic>
            <p:nvPicPr>
              <p:cNvPr id="55" name="Picture 54" descr="A chart of a temperature&#10;&#10;AI-generated content may be incorrect.">
                <a:extLst>
                  <a:ext uri="{FF2B5EF4-FFF2-40B4-BE49-F238E27FC236}">
                    <a16:creationId xmlns:a16="http://schemas.microsoft.com/office/drawing/2014/main" id="{3B0D5522-2A2C-2AD7-DF48-D6959027C5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1427"/>
              <a:stretch>
                <a:fillRect/>
              </a:stretch>
            </p:blipFill>
            <p:spPr>
              <a:xfrm>
                <a:off x="13957925" y="6961374"/>
                <a:ext cx="5831368" cy="6254508"/>
              </a:xfrm>
              <a:prstGeom prst="rect">
                <a:avLst/>
              </a:prstGeom>
            </p:spPr>
          </p:pic>
          <p:pic>
            <p:nvPicPr>
              <p:cNvPr id="58" name="Picture 57" descr="A chart of a temperature&#10;&#10;AI-generated content may be incorrect.">
                <a:extLst>
                  <a:ext uri="{FF2B5EF4-FFF2-40B4-BE49-F238E27FC236}">
                    <a16:creationId xmlns:a16="http://schemas.microsoft.com/office/drawing/2014/main" id="{C936FD92-7181-6636-968C-90F0BD4106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370" b="4463"/>
              <a:stretch>
                <a:fillRect/>
              </a:stretch>
            </p:blipFill>
            <p:spPr>
              <a:xfrm>
                <a:off x="19733730" y="6961374"/>
                <a:ext cx="687237" cy="5975350"/>
              </a:xfrm>
              <a:prstGeom prst="rect">
                <a:avLst/>
              </a:prstGeom>
            </p:spPr>
          </p:pic>
          <p:pic>
            <p:nvPicPr>
              <p:cNvPr id="62" name="Picture 61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ED8E4136-D752-106D-5C39-2D347BFCA3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13783558" y="12917676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3" name="Picture 62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40CAA188-832C-D183-C282-325FCAEA5D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8017494" y="12919262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4" name="Picture 63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C9856727-9DD1-8C32-32D1-51F329C1B0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2241867" y="12919262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5" name="Picture 64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EFD5B0A4-11AC-9685-FA3B-A7D58AECA1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-3535136" y="12915295"/>
                <a:ext cx="254113" cy="296620"/>
              </a:xfrm>
              <a:prstGeom prst="rect">
                <a:avLst/>
              </a:prstGeom>
            </p:spPr>
          </p:pic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C291776-03B0-7A41-567E-88036C0E0E67}"/>
                </a:ext>
              </a:extLst>
            </p:cNvPr>
            <p:cNvGrpSpPr/>
            <p:nvPr/>
          </p:nvGrpSpPr>
          <p:grpSpPr>
            <a:xfrm>
              <a:off x="-9149227" y="-7034"/>
              <a:ext cx="29569967" cy="6261542"/>
              <a:chOff x="-9149227" y="-7034"/>
              <a:chExt cx="29569967" cy="6261542"/>
            </a:xfrm>
          </p:grpSpPr>
          <p:pic>
            <p:nvPicPr>
              <p:cNvPr id="57" name="Picture 56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FAF4B8DF-20AA-5BD8-6658-A0B89A856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9149227" y="0"/>
                <a:ext cx="6665989" cy="6254508"/>
              </a:xfrm>
              <a:prstGeom prst="rect">
                <a:avLst/>
              </a:prstGeom>
            </p:spPr>
          </p:pic>
          <p:pic>
            <p:nvPicPr>
              <p:cNvPr id="31" name="Picture 30" descr="A graph of a temperature&#10;&#10;AI-generated content may be incorrect.">
                <a:extLst>
                  <a:ext uri="{FF2B5EF4-FFF2-40B4-BE49-F238E27FC236}">
                    <a16:creationId xmlns:a16="http://schemas.microsoft.com/office/drawing/2014/main" id="{B3A194CD-690C-861E-C06C-08F47F6C08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373073" y="0"/>
                <a:ext cx="6464821" cy="6254508"/>
              </a:xfrm>
              <a:prstGeom prst="rect">
                <a:avLst/>
              </a:prstGeom>
            </p:spPr>
          </p:pic>
          <p:pic>
            <p:nvPicPr>
              <p:cNvPr id="37" name="Picture 36" descr="A graph of a temperature&#10;&#10;AI-generated content may be incorrect.">
                <a:extLst>
                  <a:ext uri="{FF2B5EF4-FFF2-40B4-BE49-F238E27FC236}">
                    <a16:creationId xmlns:a16="http://schemas.microsoft.com/office/drawing/2014/main" id="{9967F971-E0BA-58D6-C9E3-A8FB2A0022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402297" y="0"/>
                <a:ext cx="6464821" cy="6254508"/>
              </a:xfrm>
              <a:prstGeom prst="rect">
                <a:avLst/>
              </a:prstGeom>
            </p:spPr>
          </p:pic>
          <p:pic>
            <p:nvPicPr>
              <p:cNvPr id="41" name="Picture 40" descr="A chart of a temperature&#10;&#10;AI-generated content may be incorrect.">
                <a:extLst>
                  <a:ext uri="{FF2B5EF4-FFF2-40B4-BE49-F238E27FC236}">
                    <a16:creationId xmlns:a16="http://schemas.microsoft.com/office/drawing/2014/main" id="{02C60C6B-8C62-CC01-6098-F317CF1D8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80333" y="0"/>
                <a:ext cx="6464821" cy="6254508"/>
              </a:xfrm>
              <a:prstGeom prst="rect">
                <a:avLst/>
              </a:prstGeom>
            </p:spPr>
          </p:pic>
          <p:pic>
            <p:nvPicPr>
              <p:cNvPr id="43" name="Picture 42" descr="A diagram of a temperature&#10;&#10;AI-generated content may be incorrect.">
                <a:extLst>
                  <a:ext uri="{FF2B5EF4-FFF2-40B4-BE49-F238E27FC236}">
                    <a16:creationId xmlns:a16="http://schemas.microsoft.com/office/drawing/2014/main" id="{98B76365-8830-6AA6-5A7A-8FEE56FFA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1427"/>
              <a:stretch>
                <a:fillRect/>
              </a:stretch>
            </p:blipFill>
            <p:spPr>
              <a:xfrm>
                <a:off x="13955467" y="0"/>
                <a:ext cx="5831368" cy="6254508"/>
              </a:xfrm>
              <a:prstGeom prst="rect">
                <a:avLst/>
              </a:prstGeom>
            </p:spPr>
          </p:pic>
          <p:pic>
            <p:nvPicPr>
              <p:cNvPr id="59" name="Picture 58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F571F016-D059-B5A2-7D78-2BB28B7FBA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-3549650" y="5957888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0" name="Picture 59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80F81F0C-A694-7E4B-5D5D-0659FF3C7A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2226504" y="5955507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1" name="Picture 60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E41C4432-5B0F-1B1A-A1F1-A18162BF53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8003426" y="5955507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6" name="Picture 65" descr="A blue and red gradient with white text&#10;&#10;AI-generated content may be incorrect.">
                <a:extLst>
                  <a:ext uri="{FF2B5EF4-FFF2-40B4-BE49-F238E27FC236}">
                    <a16:creationId xmlns:a16="http://schemas.microsoft.com/office/drawing/2014/main" id="{C770E9C4-5981-A53C-4A5F-C8C449E807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013" t="95257" r="12175"/>
              <a:stretch>
                <a:fillRect/>
              </a:stretch>
            </p:blipFill>
            <p:spPr>
              <a:xfrm>
                <a:off x="13781177" y="5957216"/>
                <a:ext cx="254113" cy="296620"/>
              </a:xfrm>
              <a:prstGeom prst="rect">
                <a:avLst/>
              </a:prstGeom>
            </p:spPr>
          </p:pic>
          <p:pic>
            <p:nvPicPr>
              <p:cNvPr id="67" name="Picture 66" descr="A chart of a temperature&#10;&#10;AI-generated content may be incorrect.">
                <a:extLst>
                  <a:ext uri="{FF2B5EF4-FFF2-40B4-BE49-F238E27FC236}">
                    <a16:creationId xmlns:a16="http://schemas.microsoft.com/office/drawing/2014/main" id="{5612A542-131A-1996-3A12-44C0EDC6B9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370" b="4463"/>
              <a:stretch>
                <a:fillRect/>
              </a:stretch>
            </p:blipFill>
            <p:spPr>
              <a:xfrm>
                <a:off x="19733503" y="-7034"/>
                <a:ext cx="687237" cy="5975350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3332D087-5B46-0183-C467-6F73CD2F254F}"/>
                    </a:ext>
                  </a:extLst>
                </p:cNvPr>
                <p:cNvSpPr txBox="1"/>
                <p:nvPr/>
              </p:nvSpPr>
              <p:spPr>
                <a:xfrm>
                  <a:off x="-7439070" y="3649759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=1.1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3332D087-5B46-0183-C467-6F73CD2F2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439070" y="3649759"/>
                  <a:ext cx="2442528" cy="73866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D38BEC56-388E-8B8C-B17C-28924A66D408}"/>
                    </a:ext>
                  </a:extLst>
                </p:cNvPr>
                <p:cNvSpPr txBox="1"/>
                <p:nvPr/>
              </p:nvSpPr>
              <p:spPr>
                <a:xfrm>
                  <a:off x="-1664501" y="3649759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=1.2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D38BEC56-388E-8B8C-B17C-28924A66D4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64501" y="3649759"/>
                  <a:ext cx="2442528" cy="73866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E3E8145-B055-1730-46F8-56B5518F57D0}"/>
                    </a:ext>
                  </a:extLst>
                </p:cNvPr>
                <p:cNvSpPr txBox="1"/>
                <p:nvPr/>
              </p:nvSpPr>
              <p:spPr>
                <a:xfrm>
                  <a:off x="4138601" y="3649759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=1.3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E3E8145-B055-1730-46F8-56B5518F57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8601" y="3649759"/>
                  <a:ext cx="2442528" cy="738664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07315A0-40F8-E81D-78DD-AE0E4551F89C}"/>
                    </a:ext>
                  </a:extLst>
                </p:cNvPr>
                <p:cNvSpPr txBox="1"/>
                <p:nvPr/>
              </p:nvSpPr>
              <p:spPr>
                <a:xfrm>
                  <a:off x="9941980" y="3649759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=1.4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B07315A0-40F8-E81D-78DD-AE0E4551F8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1980" y="3649759"/>
                  <a:ext cx="2442528" cy="73866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052A4A-B657-445C-392C-0678E6359D7A}"/>
                    </a:ext>
                  </a:extLst>
                </p:cNvPr>
                <p:cNvSpPr txBox="1"/>
                <p:nvPr/>
              </p:nvSpPr>
              <p:spPr>
                <a:xfrm>
                  <a:off x="15862749" y="3649759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052A4A-B657-445C-392C-0678E6359D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62749" y="3649759"/>
                  <a:ext cx="2442528" cy="738664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CD3ABB8-B55D-BE80-D504-5D5A4BC3B854}"/>
                    </a:ext>
                  </a:extLst>
                </p:cNvPr>
                <p:cNvSpPr txBox="1"/>
                <p:nvPr/>
              </p:nvSpPr>
              <p:spPr>
                <a:xfrm>
                  <a:off x="-6914642" y="4334979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ECD3ABB8-B55D-BE80-D504-5D5A4BC3B8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914642" y="4334979"/>
                  <a:ext cx="1428148" cy="73866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0C96798C-4497-7D15-3187-E76436A249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7375066" y="526311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6F691AEA-3DE8-7F3E-1716-4104066E57AC}"/>
                    </a:ext>
                  </a:extLst>
                </p:cNvPr>
                <p:cNvSpPr txBox="1"/>
                <p:nvPr/>
              </p:nvSpPr>
              <p:spPr>
                <a:xfrm>
                  <a:off x="-1109051" y="4334979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6F691AEA-3DE8-7F3E-1716-4104066E57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09051" y="4334979"/>
                  <a:ext cx="1428148" cy="73866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F6715E4C-3B46-F6C8-22F7-0BC2CE1F91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1569475" y="526311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B35D2562-AF61-63C6-F09C-2FD047D16F83}"/>
                    </a:ext>
                  </a:extLst>
                </p:cNvPr>
                <p:cNvSpPr txBox="1"/>
                <p:nvPr/>
              </p:nvSpPr>
              <p:spPr>
                <a:xfrm>
                  <a:off x="4768981" y="4334979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B35D2562-AF61-63C6-F09C-2FD047D16F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68981" y="4334979"/>
                  <a:ext cx="1428148" cy="73866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1A44F0B-5ED9-97A4-0651-871A261FE2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308557" y="526311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32E89D44-D7F5-4D11-7227-57599089BD1B}"/>
                    </a:ext>
                  </a:extLst>
                </p:cNvPr>
                <p:cNvSpPr txBox="1"/>
                <p:nvPr/>
              </p:nvSpPr>
              <p:spPr>
                <a:xfrm>
                  <a:off x="10497429" y="4334979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32E89D44-D7F5-4D11-7227-57599089BD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97429" y="4334979"/>
                  <a:ext cx="1428148" cy="738664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B719A5E4-5B81-F209-4A65-6E081E677F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037004" y="526311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255E10AA-A913-23C7-8990-996F7E9CEFA9}"/>
                    </a:ext>
                  </a:extLst>
                </p:cNvPr>
                <p:cNvSpPr txBox="1"/>
                <p:nvPr/>
              </p:nvSpPr>
              <p:spPr>
                <a:xfrm>
                  <a:off x="16428029" y="4334979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255E10AA-A913-23C7-8990-996F7E9CEF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28029" y="4334979"/>
                  <a:ext cx="1428148" cy="738664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08422804-88DC-56ED-9780-0072EFBB45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967603" y="526311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33D72BD-9F8F-8967-1A8A-E523CC8E9401}"/>
                    </a:ext>
                  </a:extLst>
                </p:cNvPr>
                <p:cNvSpPr txBox="1"/>
                <p:nvPr/>
              </p:nvSpPr>
              <p:spPr>
                <a:xfrm>
                  <a:off x="-7434155" y="9790006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=1.6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D33D72BD-9F8F-8967-1A8A-E523CC8E9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434155" y="9790006"/>
                  <a:ext cx="2442528" cy="738664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7BAEF7F-214D-9571-EDE0-05EC2F1E7F50}"/>
                    </a:ext>
                  </a:extLst>
                </p:cNvPr>
                <p:cNvSpPr txBox="1"/>
                <p:nvPr/>
              </p:nvSpPr>
              <p:spPr>
                <a:xfrm>
                  <a:off x="-1659586" y="9790006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=1.7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67BAEF7F-214D-9571-EDE0-05EC2F1E7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586" y="9790006"/>
                  <a:ext cx="2442528" cy="73866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10CD8997-2AE9-BD65-ED92-854973EA6DCE}"/>
                    </a:ext>
                  </a:extLst>
                </p:cNvPr>
                <p:cNvSpPr txBox="1"/>
                <p:nvPr/>
              </p:nvSpPr>
              <p:spPr>
                <a:xfrm>
                  <a:off x="4143516" y="9790006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=1.8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10CD8997-2AE9-BD65-ED92-854973EA6D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3516" y="9790006"/>
                  <a:ext cx="2442528" cy="738664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73ED78D-0CC2-AF91-E866-F409CEAEF831}"/>
                    </a:ext>
                  </a:extLst>
                </p:cNvPr>
                <p:cNvSpPr txBox="1"/>
                <p:nvPr/>
              </p:nvSpPr>
              <p:spPr>
                <a:xfrm>
                  <a:off x="9946895" y="9790006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=1.9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A73ED78D-0CC2-AF91-E866-F409CEAEF8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6895" y="9790006"/>
                  <a:ext cx="2442528" cy="738664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51CC4500-147B-C694-779F-8F777F7A1FC1}"/>
                    </a:ext>
                  </a:extLst>
                </p:cNvPr>
                <p:cNvSpPr txBox="1"/>
                <p:nvPr/>
              </p:nvSpPr>
              <p:spPr>
                <a:xfrm>
                  <a:off x="15867664" y="9790006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=2.0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51CC4500-147B-C694-779F-8F777F7A1F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67664" y="9790006"/>
                  <a:ext cx="2442528" cy="738664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9E52070A-FBE0-B911-C2D9-5AEAD4663C52}"/>
                    </a:ext>
                  </a:extLst>
                </p:cNvPr>
                <p:cNvSpPr txBox="1"/>
                <p:nvPr/>
              </p:nvSpPr>
              <p:spPr>
                <a:xfrm>
                  <a:off x="-6909727" y="1047522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9E52070A-FBE0-B911-C2D9-5AEAD4663C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6909727" y="10475226"/>
                  <a:ext cx="1428148" cy="738664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2F185A81-9753-B933-5A5A-378503C83832}"/>
                </a:ext>
              </a:extLst>
            </p:cNvPr>
            <p:cNvCxnSpPr>
              <a:cxnSpLocks/>
            </p:cNvCxnSpPr>
            <p:nvPr/>
          </p:nvCxnSpPr>
          <p:spPr>
            <a:xfrm>
              <a:off x="-7163672" y="11403363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B2DFD1C4-9FAC-133B-215C-008E9C7231A6}"/>
                    </a:ext>
                  </a:extLst>
                </p:cNvPr>
                <p:cNvSpPr txBox="1"/>
                <p:nvPr/>
              </p:nvSpPr>
              <p:spPr>
                <a:xfrm>
                  <a:off x="-1104136" y="1047522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B2DFD1C4-9FAC-133B-215C-008E9C7231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104136" y="10475226"/>
                  <a:ext cx="1428148" cy="738664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FEF89A8-9C04-7027-3D24-14B396675E12}"/>
                </a:ext>
              </a:extLst>
            </p:cNvPr>
            <p:cNvCxnSpPr>
              <a:cxnSpLocks/>
            </p:cNvCxnSpPr>
            <p:nvPr/>
          </p:nvCxnSpPr>
          <p:spPr>
            <a:xfrm>
              <a:off x="-1358081" y="11403363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EF094AAD-5333-29A8-8F45-B0CB19CA5AB0}"/>
                    </a:ext>
                  </a:extLst>
                </p:cNvPr>
                <p:cNvSpPr txBox="1"/>
                <p:nvPr/>
              </p:nvSpPr>
              <p:spPr>
                <a:xfrm>
                  <a:off x="4773896" y="1047522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EF094AAD-5333-29A8-8F45-B0CB19CA5A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3896" y="10475226"/>
                  <a:ext cx="1428148" cy="738664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B495DCD3-6E03-3F6E-D02F-C909CAC98264}"/>
                </a:ext>
              </a:extLst>
            </p:cNvPr>
            <p:cNvCxnSpPr>
              <a:cxnSpLocks/>
            </p:cNvCxnSpPr>
            <p:nvPr/>
          </p:nvCxnSpPr>
          <p:spPr>
            <a:xfrm>
              <a:off x="4519951" y="11403363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D281A05F-F5B0-BD51-AE76-521A6CB15816}"/>
                    </a:ext>
                  </a:extLst>
                </p:cNvPr>
                <p:cNvSpPr txBox="1"/>
                <p:nvPr/>
              </p:nvSpPr>
              <p:spPr>
                <a:xfrm>
                  <a:off x="10502344" y="1047522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D281A05F-F5B0-BD51-AE76-521A6CB15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2344" y="10475226"/>
                  <a:ext cx="1428148" cy="738664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9483E538-63B1-7A5B-028E-66655A345C42}"/>
                </a:ext>
              </a:extLst>
            </p:cNvPr>
            <p:cNvCxnSpPr>
              <a:cxnSpLocks/>
            </p:cNvCxnSpPr>
            <p:nvPr/>
          </p:nvCxnSpPr>
          <p:spPr>
            <a:xfrm>
              <a:off x="10248398" y="11403363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0B639605-B800-7D77-7731-586E7C9EA166}"/>
                    </a:ext>
                  </a:extLst>
                </p:cNvPr>
                <p:cNvSpPr txBox="1"/>
                <p:nvPr/>
              </p:nvSpPr>
              <p:spPr>
                <a:xfrm>
                  <a:off x="16432944" y="1047522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0B639605-B800-7D77-7731-586E7C9EA1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432944" y="10475226"/>
                  <a:ext cx="1428148" cy="738664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A6EAB759-792F-B4BD-E0AE-BA84E171455E}"/>
                </a:ext>
              </a:extLst>
            </p:cNvPr>
            <p:cNvCxnSpPr>
              <a:cxnSpLocks/>
            </p:cNvCxnSpPr>
            <p:nvPr/>
          </p:nvCxnSpPr>
          <p:spPr>
            <a:xfrm>
              <a:off x="16178997" y="11403363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9786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5583D-84DC-1F38-AAC5-EB0DD458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roup 131">
            <a:extLst>
              <a:ext uri="{FF2B5EF4-FFF2-40B4-BE49-F238E27FC236}">
                <a16:creationId xmlns:a16="http://schemas.microsoft.com/office/drawing/2014/main" id="{ABCFE4C2-CF19-9D56-203E-5507899DDC05}"/>
              </a:ext>
            </a:extLst>
          </p:cNvPr>
          <p:cNvGrpSpPr/>
          <p:nvPr/>
        </p:nvGrpSpPr>
        <p:grpSpPr>
          <a:xfrm>
            <a:off x="1416059" y="20109772"/>
            <a:ext cx="35447148" cy="18654073"/>
            <a:chOff x="-21315605" y="-115315"/>
            <a:chExt cx="35447146" cy="18654074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B2AC984-926B-7A9E-5E01-9F09F43A4CDD}"/>
                </a:ext>
              </a:extLst>
            </p:cNvPr>
            <p:cNvGrpSpPr/>
            <p:nvPr/>
          </p:nvGrpSpPr>
          <p:grpSpPr>
            <a:xfrm>
              <a:off x="-21315605" y="-115315"/>
              <a:ext cx="35361860" cy="6254508"/>
              <a:chOff x="-24265283" y="592606"/>
              <a:chExt cx="35361860" cy="6254508"/>
            </a:xfrm>
          </p:grpSpPr>
          <p:pic>
            <p:nvPicPr>
              <p:cNvPr id="3" name="Picture 2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FFB1678A-ABA6-E691-9BC5-07EC0DEC80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4265283" y="592606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5" name="Picture 4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BA7EFB4C-C87A-0860-3770-EFED4F5D4A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8492798" y="592606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7" name="Picture 6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B63FE978-F5EB-5C89-1B2C-2935AA2801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2719261" y="592606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9" name="Picture 8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575C4758-B475-0117-CB69-D1F8F033A8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6942815" y="592606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11" name="Picture 10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538EF025-F8FC-613F-7EC0-A9D67DDAFA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169531" y="592606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13" name="Picture 12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1CE150D8-1554-BE43-4C27-E94235872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0306"/>
              <a:stretch>
                <a:fillRect/>
              </a:stretch>
            </p:blipFill>
            <p:spPr>
              <a:xfrm>
                <a:off x="4605170" y="592606"/>
                <a:ext cx="5823118" cy="6254508"/>
              </a:xfrm>
              <a:prstGeom prst="rect">
                <a:avLst/>
              </a:prstGeom>
            </p:spPr>
          </p:pic>
          <p:pic>
            <p:nvPicPr>
              <p:cNvPr id="54" name="Picture 53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17CE2294-4A51-1FFD-C548-8C3F9791E3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046" b="4623"/>
              <a:stretch>
                <a:fillRect/>
              </a:stretch>
            </p:blipFill>
            <p:spPr>
              <a:xfrm>
                <a:off x="10385414" y="592606"/>
                <a:ext cx="711163" cy="5965357"/>
              </a:xfrm>
              <a:prstGeom prst="rect">
                <a:avLst/>
              </a:prstGeom>
            </p:spPr>
          </p:pic>
          <p:pic>
            <p:nvPicPr>
              <p:cNvPr id="58" name="Picture 57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7030F568-D244-FB09-8208-5D0349CDA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8757900" y="6548665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59" name="Picture 58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A0153876-ECB6-5BC6-8C59-5CB3717EE7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2985415" y="6548665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0" name="Picture 59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F53065B6-4370-4CBE-CC45-771544C9F3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7209755" y="6548665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1" name="Picture 60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82AA2E6C-9113-CD7B-1AEE-38FA6309B1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436218" y="6548665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2" name="Picture 61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34F37F3A-D261-2611-6815-C0118EB85D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4337053" y="6548438"/>
                <a:ext cx="320675" cy="298449"/>
              </a:xfrm>
              <a:prstGeom prst="rect">
                <a:avLst/>
              </a:prstGeom>
            </p:spPr>
          </p:pic>
        </p:grp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2C08753-AEC4-755B-9B7C-79DD5E3C6C40}"/>
                </a:ext>
              </a:extLst>
            </p:cNvPr>
            <p:cNvGrpSpPr/>
            <p:nvPr/>
          </p:nvGrpSpPr>
          <p:grpSpPr>
            <a:xfrm>
              <a:off x="-21315605" y="6073730"/>
              <a:ext cx="35447146" cy="6256892"/>
              <a:chOff x="-23839708" y="7220007"/>
              <a:chExt cx="35447146" cy="6256892"/>
            </a:xfrm>
          </p:grpSpPr>
          <p:pic>
            <p:nvPicPr>
              <p:cNvPr id="15" name="Picture 14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75B2B6A1-5221-F347-0A57-A854A396B6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3839708" y="7220007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17" name="Picture 16" descr="A colorful gradient of a square&#10;&#10;AI-generated content may be incorrect.">
                <a:extLst>
                  <a:ext uri="{FF2B5EF4-FFF2-40B4-BE49-F238E27FC236}">
                    <a16:creationId xmlns:a16="http://schemas.microsoft.com/office/drawing/2014/main" id="{04C2938F-184D-E437-9EBA-05F0A78837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8066606" y="7220007"/>
                <a:ext cx="6574549" cy="6254508"/>
              </a:xfrm>
              <a:prstGeom prst="rect">
                <a:avLst/>
              </a:prstGeom>
            </p:spPr>
          </p:pic>
          <p:pic>
            <p:nvPicPr>
              <p:cNvPr id="19" name="Picture 18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6FA3D056-328B-FD71-C6FD-72BA9C8548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2293119" y="7220007"/>
                <a:ext cx="6574549" cy="6254508"/>
              </a:xfrm>
              <a:prstGeom prst="rect">
                <a:avLst/>
              </a:prstGeom>
            </p:spPr>
          </p:pic>
          <p:pic>
            <p:nvPicPr>
              <p:cNvPr id="21" name="Picture 20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75563390-6C18-78BF-D772-4C436A639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6517262" y="7220007"/>
                <a:ext cx="6574549" cy="6254508"/>
              </a:xfrm>
              <a:prstGeom prst="rect">
                <a:avLst/>
              </a:prstGeom>
            </p:spPr>
          </p:pic>
          <p:pic>
            <p:nvPicPr>
              <p:cNvPr id="23" name="Picture 22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A657F854-E42D-7EB5-8158-ACDC2AAE7E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742557" y="7220007"/>
                <a:ext cx="6574549" cy="6254508"/>
              </a:xfrm>
              <a:prstGeom prst="rect">
                <a:avLst/>
              </a:prstGeom>
            </p:spPr>
          </p:pic>
          <p:pic>
            <p:nvPicPr>
              <p:cNvPr id="25" name="Picture 24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7C5B6C4F-89D5-3F2D-F5EE-A58197B7A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032156" y="7220007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52" name="Picture 51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F7B2DC21-7FDC-7ADD-11BD-A33ADDE1BE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74"/>
              <a:stretch>
                <a:fillRect/>
              </a:stretch>
            </p:blipFill>
            <p:spPr>
              <a:xfrm>
                <a:off x="10803634" y="7220007"/>
                <a:ext cx="803804" cy="6254508"/>
              </a:xfrm>
              <a:prstGeom prst="rect">
                <a:avLst/>
              </a:prstGeom>
            </p:spPr>
          </p:pic>
          <p:pic>
            <p:nvPicPr>
              <p:cNvPr id="63" name="Picture 62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B3B67DFC-5683-AAF0-CF3A-2011EE02D9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8331404" y="13176066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4" name="Picture 63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B6EC6F31-D5A0-53BB-A6AD-0BBDFD16DF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2558302" y="13178449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5" name="Picture 64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AD11D475-068C-8802-3142-A6BB6DA149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6785200" y="13178450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6" name="Picture 65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6B64AD1E-91B1-2B68-A86F-C1740FF27E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009717" y="13178450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67" name="Picture 66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0F3E9417-95B3-3018-4C3E-0AAB9F129B3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4763385" y="13177654"/>
                <a:ext cx="320675" cy="298449"/>
              </a:xfrm>
              <a:prstGeom prst="rect">
                <a:avLst/>
              </a:prstGeom>
            </p:spPr>
          </p:pic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53528721-E80B-C6DC-2905-858AB01A0659}"/>
                </a:ext>
              </a:extLst>
            </p:cNvPr>
            <p:cNvGrpSpPr/>
            <p:nvPr/>
          </p:nvGrpSpPr>
          <p:grpSpPr>
            <a:xfrm>
              <a:off x="-21315605" y="12283022"/>
              <a:ext cx="35373181" cy="6255737"/>
              <a:chOff x="-23351040" y="14141322"/>
              <a:chExt cx="35373181" cy="6255737"/>
            </a:xfrm>
          </p:grpSpPr>
          <p:pic>
            <p:nvPicPr>
              <p:cNvPr id="27" name="Picture 26" descr="A colorful graph with numbers&#10;&#10;AI-generated content may be incorrect.">
                <a:extLst>
                  <a:ext uri="{FF2B5EF4-FFF2-40B4-BE49-F238E27FC236}">
                    <a16:creationId xmlns:a16="http://schemas.microsoft.com/office/drawing/2014/main" id="{C71BE1A0-2549-4067-CBB0-589DEA4663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3351040" y="14141322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29" name="Picture 28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D8CD8B7F-BA91-612F-107C-51A0FBD450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7575396" y="14141322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32" name="Picture 31" descr="A colorful graph of a graph&#10;&#10;AI-generated content may be incorrect.">
                <a:extLst>
                  <a:ext uri="{FF2B5EF4-FFF2-40B4-BE49-F238E27FC236}">
                    <a16:creationId xmlns:a16="http://schemas.microsoft.com/office/drawing/2014/main" id="{D85A17BE-F822-E061-CB80-47A5765CA0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11798283" y="14141322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34" name="Picture 33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70F11E2D-0269-B8C0-8173-445A291D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6022830" y="14141322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38" name="Picture 37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ED9C98D7-F4D5-695E-FC45-AF7056DC96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48152" y="14141322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42" name="Picture 41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618E8102-C789-A4F3-03B5-876C58BA5F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27305" y="14141322"/>
                <a:ext cx="6492253" cy="6254508"/>
              </a:xfrm>
              <a:prstGeom prst="rect">
                <a:avLst/>
              </a:prstGeom>
            </p:spPr>
          </p:pic>
          <p:pic>
            <p:nvPicPr>
              <p:cNvPr id="56" name="Picture 55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9886F57D-D8DB-2EE1-76B0-4525776DFD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8899"/>
              <a:stretch>
                <a:fillRect/>
              </a:stretch>
            </p:blipFill>
            <p:spPr>
              <a:xfrm>
                <a:off x="11301398" y="14141322"/>
                <a:ext cx="720743" cy="6254508"/>
              </a:xfrm>
              <a:prstGeom prst="rect">
                <a:avLst/>
              </a:prstGeom>
            </p:spPr>
          </p:pic>
          <p:pic>
            <p:nvPicPr>
              <p:cNvPr id="70" name="Picture 69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2CF532A8-9039-D289-5309-5740A34573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7845088" y="20098364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71" name="Picture 70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01EEF949-6E87-EFC0-6C30-A3218ED72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12067063" y="20098367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72" name="Picture 71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8EE43DF3-1DFA-AFD9-E85E-AEDDD37682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6291419" y="20098364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73" name="Picture 72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BDFD94F0-6F35-6736-1B22-EEF48CCDB1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-515775" y="20098184"/>
                <a:ext cx="320675" cy="298449"/>
              </a:xfrm>
              <a:prstGeom prst="rect">
                <a:avLst/>
              </a:prstGeom>
            </p:spPr>
          </p:pic>
          <p:pic>
            <p:nvPicPr>
              <p:cNvPr id="74" name="Picture 73" descr="A colorful square with numbers&#10;&#10;AI-generated content may be incorrect.">
                <a:extLst>
                  <a:ext uri="{FF2B5EF4-FFF2-40B4-BE49-F238E27FC236}">
                    <a16:creationId xmlns:a16="http://schemas.microsoft.com/office/drawing/2014/main" id="{FF5A40BC-1008-6058-4845-2683C9772D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4830" t="95250" r="10231" b="-22"/>
              <a:stretch>
                <a:fillRect/>
              </a:stretch>
            </p:blipFill>
            <p:spPr>
              <a:xfrm>
                <a:off x="5259678" y="20098610"/>
                <a:ext cx="320675" cy="29844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EF0D7B35-FDF7-0FAD-A943-F98A60604FD5}"/>
                    </a:ext>
                  </a:extLst>
                </p:cNvPr>
                <p:cNvSpPr txBox="1"/>
                <p:nvPr/>
              </p:nvSpPr>
              <p:spPr>
                <a:xfrm>
                  <a:off x="-19070603" y="3370193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EF0D7B35-FDF7-0FAD-A943-F98A60604F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070603" y="3370193"/>
                  <a:ext cx="1428148" cy="73866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EF62B73F-6FCA-DA38-2080-2A10BC9AE4D7}"/>
                    </a:ext>
                  </a:extLst>
                </p:cNvPr>
                <p:cNvSpPr txBox="1"/>
                <p:nvPr/>
              </p:nvSpPr>
              <p:spPr>
                <a:xfrm>
                  <a:off x="-19514625" y="2095040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=0.5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EF62B73F-6FCA-DA38-2080-2A10BC9AE4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514625" y="2095040"/>
                  <a:ext cx="2442528" cy="738664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6EDF5A3A-D90D-6609-9EE4-C94BAB075C43}"/>
                    </a:ext>
                  </a:extLst>
                </p:cNvPr>
                <p:cNvSpPr txBox="1"/>
                <p:nvPr/>
              </p:nvSpPr>
              <p:spPr>
                <a:xfrm>
                  <a:off x="-13844789" y="2095040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=0.6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6EDF5A3A-D90D-6609-9EE4-C94BAB075C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3844789" y="2095040"/>
                  <a:ext cx="2442528" cy="738664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957B99D-C97E-EE53-3347-E492626EEC74}"/>
                    </a:ext>
                  </a:extLst>
                </p:cNvPr>
                <p:cNvSpPr txBox="1"/>
                <p:nvPr/>
              </p:nvSpPr>
              <p:spPr>
                <a:xfrm>
                  <a:off x="-8070213" y="2095040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=0.7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957B99D-C97E-EE53-3347-E492626EEC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70213" y="2095040"/>
                  <a:ext cx="2442528" cy="738664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34073D7B-0329-0B02-015F-FF0581DF73FA}"/>
                    </a:ext>
                  </a:extLst>
                </p:cNvPr>
                <p:cNvSpPr txBox="1"/>
                <p:nvPr/>
              </p:nvSpPr>
              <p:spPr>
                <a:xfrm>
                  <a:off x="-2267116" y="2095040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34073D7B-0329-0B02-015F-FF0581DF73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67116" y="2095040"/>
                  <a:ext cx="2442528" cy="73866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F6E96DF2-1CB7-4BB6-1F9F-3659345B8EEE}"/>
                    </a:ext>
                  </a:extLst>
                </p:cNvPr>
                <p:cNvSpPr txBox="1"/>
                <p:nvPr/>
              </p:nvSpPr>
              <p:spPr>
                <a:xfrm>
                  <a:off x="3536263" y="2095040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F6E96DF2-1CB7-4BB6-1F9F-3659345B8E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6263" y="2095040"/>
                  <a:ext cx="2442528" cy="738664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ADC7F2A7-EAFD-CEFA-24B2-D5D4648AE319}"/>
                    </a:ext>
                  </a:extLst>
                </p:cNvPr>
                <p:cNvSpPr txBox="1"/>
                <p:nvPr/>
              </p:nvSpPr>
              <p:spPr>
                <a:xfrm>
                  <a:off x="9457035" y="2095040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=1.0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ADC7F2A7-EAFD-CEFA-24B2-D5D4648AE3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57035" y="2095040"/>
                  <a:ext cx="2442528" cy="738664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CECEE54A-DF5A-12E2-A1B9-666E419D587C}"/>
                    </a:ext>
                  </a:extLst>
                </p:cNvPr>
                <p:cNvSpPr txBox="1"/>
                <p:nvPr/>
              </p:nvSpPr>
              <p:spPr>
                <a:xfrm>
                  <a:off x="-19509710" y="8353274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=1.0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CECEE54A-DF5A-12E2-A1B9-666E419D58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509710" y="8353274"/>
                  <a:ext cx="2442528" cy="738664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045A56BA-952C-4557-C865-A1C9149BEDBE}"/>
                    </a:ext>
                  </a:extLst>
                </p:cNvPr>
                <p:cNvSpPr txBox="1"/>
                <p:nvPr/>
              </p:nvSpPr>
              <p:spPr>
                <a:xfrm>
                  <a:off x="-13839874" y="8353274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=1.1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045A56BA-952C-4557-C865-A1C9149BE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3839874" y="8353274"/>
                  <a:ext cx="2442528" cy="738664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EDEB75BE-9B05-87DB-89FA-912B97B704E4}"/>
                    </a:ext>
                  </a:extLst>
                </p:cNvPr>
                <p:cNvSpPr txBox="1"/>
                <p:nvPr/>
              </p:nvSpPr>
              <p:spPr>
                <a:xfrm>
                  <a:off x="-8065298" y="8353274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=1.2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EDEB75BE-9B05-87DB-89FA-912B97B704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65298" y="8353274"/>
                  <a:ext cx="2442528" cy="738664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7EB3EC40-13F1-D1A4-1D40-32FA00B98317}"/>
                    </a:ext>
                  </a:extLst>
                </p:cNvPr>
                <p:cNvSpPr txBox="1"/>
                <p:nvPr/>
              </p:nvSpPr>
              <p:spPr>
                <a:xfrm>
                  <a:off x="-2262201" y="8353274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=1.3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7EB3EC40-13F1-D1A4-1D40-32FA00B983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62201" y="8353274"/>
                  <a:ext cx="2442528" cy="738664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C57CE731-DE0A-B65E-FFB0-9ABBE9F16106}"/>
                    </a:ext>
                  </a:extLst>
                </p:cNvPr>
                <p:cNvSpPr txBox="1"/>
                <p:nvPr/>
              </p:nvSpPr>
              <p:spPr>
                <a:xfrm>
                  <a:off x="3541178" y="8353274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=1.4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C57CE731-DE0A-B65E-FFB0-9ABBE9F16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1178" y="8353274"/>
                  <a:ext cx="2442528" cy="738664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FA785FD-511B-3D95-3820-5AEF8BAC22BE}"/>
                    </a:ext>
                  </a:extLst>
                </p:cNvPr>
                <p:cNvSpPr txBox="1"/>
                <p:nvPr/>
              </p:nvSpPr>
              <p:spPr>
                <a:xfrm>
                  <a:off x="9461950" y="8353274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CFA785FD-511B-3D95-3820-5AEF8BAC22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1950" y="8353274"/>
                  <a:ext cx="2442528" cy="738664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2B7592D3-2715-A7BC-94EF-E5911EE5D5AF}"/>
                    </a:ext>
                  </a:extLst>
                </p:cNvPr>
                <p:cNvSpPr txBox="1"/>
                <p:nvPr/>
              </p:nvSpPr>
              <p:spPr>
                <a:xfrm>
                  <a:off x="-19504795" y="14582011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=1.5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2B7592D3-2715-A7BC-94EF-E5911EE5D5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504795" y="14582011"/>
                  <a:ext cx="2442528" cy="738664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B5D147F9-1C47-920E-DEE2-73589786DBBB}"/>
                    </a:ext>
                  </a:extLst>
                </p:cNvPr>
                <p:cNvSpPr txBox="1"/>
                <p:nvPr/>
              </p:nvSpPr>
              <p:spPr>
                <a:xfrm>
                  <a:off x="-13834959" y="14582011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=1.6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B5D147F9-1C47-920E-DEE2-73589786DB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3834959" y="14582011"/>
                  <a:ext cx="2442528" cy="738664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A1A41CD-F84A-A13B-262E-006D9A21E9E1}"/>
                    </a:ext>
                  </a:extLst>
                </p:cNvPr>
                <p:cNvSpPr txBox="1"/>
                <p:nvPr/>
              </p:nvSpPr>
              <p:spPr>
                <a:xfrm>
                  <a:off x="-8060383" y="14582011"/>
                  <a:ext cx="2304670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4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4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8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=1.</m:t>
                      </m:r>
                    </m:oMath>
                  </a14:m>
                  <a:r>
                    <a:rPr lang="en-US" sz="4800" dirty="0">
                      <a:solidFill>
                        <a:schemeClr val="bg1"/>
                      </a:solidFill>
                    </a:rPr>
                    <a:t>7</a:t>
                  </a:r>
                </a:p>
              </p:txBody>
            </p:sp>
          </mc:Choice>
          <mc:Fallback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A1A41CD-F84A-A13B-262E-006D9A21E9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060383" y="14582011"/>
                  <a:ext cx="2304670" cy="738664"/>
                </a:xfrm>
                <a:prstGeom prst="rect">
                  <a:avLst/>
                </a:prstGeom>
                <a:blipFill>
                  <a:blip r:embed="rId35"/>
                  <a:stretch>
                    <a:fillRect t="-24793" r="-14815" b="-495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EFC277EB-F949-D4A8-B4BC-9D489C224787}"/>
                    </a:ext>
                  </a:extLst>
                </p:cNvPr>
                <p:cNvSpPr txBox="1"/>
                <p:nvPr/>
              </p:nvSpPr>
              <p:spPr>
                <a:xfrm>
                  <a:off x="-2257286" y="14582011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=1.8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EFC277EB-F949-D4A8-B4BC-9D489C2247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257286" y="14582011"/>
                  <a:ext cx="2442528" cy="738664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5327EA2-EE2F-5C0D-AD86-CFFB01863D6E}"/>
                    </a:ext>
                  </a:extLst>
                </p:cNvPr>
                <p:cNvSpPr txBox="1"/>
                <p:nvPr/>
              </p:nvSpPr>
              <p:spPr>
                <a:xfrm>
                  <a:off x="3546093" y="14582011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=1.9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5327EA2-EE2F-5C0D-AD86-CFFB01863D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6093" y="14582011"/>
                  <a:ext cx="2442528" cy="738664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E649133-2B46-B7B6-E8EE-013D32CC98A5}"/>
                    </a:ext>
                  </a:extLst>
                </p:cNvPr>
                <p:cNvSpPr txBox="1"/>
                <p:nvPr/>
              </p:nvSpPr>
              <p:spPr>
                <a:xfrm>
                  <a:off x="9466865" y="14582011"/>
                  <a:ext cx="244252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4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=2.0</m:t>
                        </m:r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E649133-2B46-B7B6-E8EE-013D32CC9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66865" y="14582011"/>
                  <a:ext cx="2442528" cy="738664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9C34957-8C0D-CA8A-ABAC-C62E2D413433}"/>
                </a:ext>
              </a:extLst>
            </p:cNvPr>
            <p:cNvCxnSpPr>
              <a:cxnSpLocks/>
            </p:cNvCxnSpPr>
            <p:nvPr/>
          </p:nvCxnSpPr>
          <p:spPr>
            <a:xfrm>
              <a:off x="-19383541" y="4298331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F35D756-2BEF-A380-A5C2-4324044B3E04}"/>
                    </a:ext>
                  </a:extLst>
                </p:cNvPr>
                <p:cNvSpPr txBox="1"/>
                <p:nvPr/>
              </p:nvSpPr>
              <p:spPr>
                <a:xfrm>
                  <a:off x="-13320357" y="3370193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7F35D756-2BEF-A380-A5C2-4324044B3E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3320357" y="3370193"/>
                  <a:ext cx="1428148" cy="738664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id="{51AE88D0-AD14-5FF6-2819-37200FF5C640}"/>
                </a:ext>
              </a:extLst>
            </p:cNvPr>
            <p:cNvCxnSpPr>
              <a:cxnSpLocks/>
            </p:cNvCxnSpPr>
            <p:nvPr/>
          </p:nvCxnSpPr>
          <p:spPr>
            <a:xfrm>
              <a:off x="-13633296" y="4298331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9E88438A-FD21-58D4-EDE4-95850B6C4C35}"/>
                    </a:ext>
                  </a:extLst>
                </p:cNvPr>
                <p:cNvSpPr txBox="1"/>
                <p:nvPr/>
              </p:nvSpPr>
              <p:spPr>
                <a:xfrm>
                  <a:off x="-7514766" y="3370193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9E88438A-FD21-58D4-EDE4-95850B6C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514766" y="3370193"/>
                  <a:ext cx="1428148" cy="738664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28E8E948-80A2-3371-5C76-F8AC7F242F3C}"/>
                </a:ext>
              </a:extLst>
            </p:cNvPr>
            <p:cNvCxnSpPr>
              <a:cxnSpLocks/>
            </p:cNvCxnSpPr>
            <p:nvPr/>
          </p:nvCxnSpPr>
          <p:spPr>
            <a:xfrm>
              <a:off x="-7827705" y="4298331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E6AE6F0C-813F-4399-29BF-3B1E0A6D1D34}"/>
                    </a:ext>
                  </a:extLst>
                </p:cNvPr>
                <p:cNvSpPr txBox="1"/>
                <p:nvPr/>
              </p:nvSpPr>
              <p:spPr>
                <a:xfrm>
                  <a:off x="-1636733" y="3370193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E6AE6F0C-813F-4399-29BF-3B1E0A6D1D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36733" y="3370193"/>
                  <a:ext cx="1428148" cy="738664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2" name="Straight Arrow Connector 101">
              <a:extLst>
                <a:ext uri="{FF2B5EF4-FFF2-40B4-BE49-F238E27FC236}">
                  <a16:creationId xmlns:a16="http://schemas.microsoft.com/office/drawing/2014/main" id="{2D0EFB60-1746-5439-AC0F-3712939F1C64}"/>
                </a:ext>
              </a:extLst>
            </p:cNvPr>
            <p:cNvCxnSpPr>
              <a:cxnSpLocks/>
            </p:cNvCxnSpPr>
            <p:nvPr/>
          </p:nvCxnSpPr>
          <p:spPr>
            <a:xfrm>
              <a:off x="-1949673" y="4298331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3E94ADC-36B9-7800-BB2B-1426A9F667C2}"/>
                    </a:ext>
                  </a:extLst>
                </p:cNvPr>
                <p:cNvSpPr txBox="1"/>
                <p:nvPr/>
              </p:nvSpPr>
              <p:spPr>
                <a:xfrm>
                  <a:off x="4091713" y="3370193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C3E94ADC-36B9-7800-BB2B-1426A9F667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1713" y="3370193"/>
                  <a:ext cx="1428148" cy="738664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Straight Arrow Connector 103">
              <a:extLst>
                <a:ext uri="{FF2B5EF4-FFF2-40B4-BE49-F238E27FC236}">
                  <a16:creationId xmlns:a16="http://schemas.microsoft.com/office/drawing/2014/main" id="{B4B765C6-382F-F499-7C0C-9271172743EB}"/>
                </a:ext>
              </a:extLst>
            </p:cNvPr>
            <p:cNvCxnSpPr>
              <a:cxnSpLocks/>
            </p:cNvCxnSpPr>
            <p:nvPr/>
          </p:nvCxnSpPr>
          <p:spPr>
            <a:xfrm>
              <a:off x="3778774" y="4298331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B66AB69-E608-ACEA-D99F-2BFE9F131D2C}"/>
                    </a:ext>
                  </a:extLst>
                </p:cNvPr>
                <p:cNvSpPr txBox="1"/>
                <p:nvPr/>
              </p:nvSpPr>
              <p:spPr>
                <a:xfrm>
                  <a:off x="10022315" y="3370193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9B66AB69-E608-ACEA-D99F-2BFE9F131D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2315" y="3370193"/>
                  <a:ext cx="1428148" cy="738664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4D9FCF3F-2BFB-F6BE-1E91-A15CF363A434}"/>
                </a:ext>
              </a:extLst>
            </p:cNvPr>
            <p:cNvCxnSpPr>
              <a:cxnSpLocks/>
            </p:cNvCxnSpPr>
            <p:nvPr/>
          </p:nvCxnSpPr>
          <p:spPr>
            <a:xfrm>
              <a:off x="9709373" y="4298331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54D2F6FF-D6C2-E369-99DA-075B9FD7283B}"/>
                    </a:ext>
                  </a:extLst>
                </p:cNvPr>
                <p:cNvSpPr txBox="1"/>
                <p:nvPr/>
              </p:nvSpPr>
              <p:spPr>
                <a:xfrm>
                  <a:off x="-19065688" y="1582275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54D2F6FF-D6C2-E369-99DA-075B9FD728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065688" y="15822756"/>
                  <a:ext cx="1428148" cy="738664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Straight Arrow Connector 107">
              <a:extLst>
                <a:ext uri="{FF2B5EF4-FFF2-40B4-BE49-F238E27FC236}">
                  <a16:creationId xmlns:a16="http://schemas.microsoft.com/office/drawing/2014/main" id="{E33FD9EC-AB76-429C-51D8-8C6901063209}"/>
                </a:ext>
              </a:extLst>
            </p:cNvPr>
            <p:cNvCxnSpPr>
              <a:cxnSpLocks/>
            </p:cNvCxnSpPr>
            <p:nvPr/>
          </p:nvCxnSpPr>
          <p:spPr>
            <a:xfrm>
              <a:off x="-19378626" y="16750895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F9889DB2-F750-70EE-90D7-673C598D90C5}"/>
                    </a:ext>
                  </a:extLst>
                </p:cNvPr>
                <p:cNvSpPr txBox="1"/>
                <p:nvPr/>
              </p:nvSpPr>
              <p:spPr>
                <a:xfrm>
                  <a:off x="-13315442" y="1582275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09" name="TextBox 108">
                  <a:extLst>
                    <a:ext uri="{FF2B5EF4-FFF2-40B4-BE49-F238E27FC236}">
                      <a16:creationId xmlns:a16="http://schemas.microsoft.com/office/drawing/2014/main" id="{F9889DB2-F750-70EE-90D7-673C598D90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3315442" y="15822756"/>
                  <a:ext cx="1428148" cy="738664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F841BFB7-1090-57F3-BE38-A022DCAB33DF}"/>
                </a:ext>
              </a:extLst>
            </p:cNvPr>
            <p:cNvCxnSpPr>
              <a:cxnSpLocks/>
            </p:cNvCxnSpPr>
            <p:nvPr/>
          </p:nvCxnSpPr>
          <p:spPr>
            <a:xfrm>
              <a:off x="-13628381" y="16750895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3297633D-EAE7-B5A7-5812-5AB9C3543513}"/>
                    </a:ext>
                  </a:extLst>
                </p:cNvPr>
                <p:cNvSpPr txBox="1"/>
                <p:nvPr/>
              </p:nvSpPr>
              <p:spPr>
                <a:xfrm>
                  <a:off x="-7509851" y="1582275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3297633D-EAE7-B5A7-5812-5AB9C35435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509851" y="15822756"/>
                  <a:ext cx="1428148" cy="738664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D1162851-52E1-95CE-BA13-2E0091BADEB2}"/>
                </a:ext>
              </a:extLst>
            </p:cNvPr>
            <p:cNvCxnSpPr>
              <a:cxnSpLocks/>
            </p:cNvCxnSpPr>
            <p:nvPr/>
          </p:nvCxnSpPr>
          <p:spPr>
            <a:xfrm>
              <a:off x="-7822790" y="16750895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1F1FE7F4-633F-0043-738F-6986BEFA1E1F}"/>
                    </a:ext>
                  </a:extLst>
                </p:cNvPr>
                <p:cNvSpPr txBox="1"/>
                <p:nvPr/>
              </p:nvSpPr>
              <p:spPr>
                <a:xfrm>
                  <a:off x="-1631818" y="1582275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1F1FE7F4-633F-0043-738F-6986BEFA1E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31818" y="15822756"/>
                  <a:ext cx="1428148" cy="738664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79A47403-185B-6145-39B7-955F076A14FB}"/>
                </a:ext>
              </a:extLst>
            </p:cNvPr>
            <p:cNvCxnSpPr>
              <a:cxnSpLocks/>
            </p:cNvCxnSpPr>
            <p:nvPr/>
          </p:nvCxnSpPr>
          <p:spPr>
            <a:xfrm>
              <a:off x="-1944758" y="16750895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F5E916A-09E3-BAD0-EB8F-9E1FC0497898}"/>
                    </a:ext>
                  </a:extLst>
                </p:cNvPr>
                <p:cNvSpPr txBox="1"/>
                <p:nvPr/>
              </p:nvSpPr>
              <p:spPr>
                <a:xfrm>
                  <a:off x="4096628" y="1582275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F5E916A-09E3-BAD0-EB8F-9E1FC04978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6628" y="15822756"/>
                  <a:ext cx="1428148" cy="738664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2F3DB18F-6C46-AB66-01D8-E157A64EB4FC}"/>
                </a:ext>
              </a:extLst>
            </p:cNvPr>
            <p:cNvCxnSpPr>
              <a:cxnSpLocks/>
            </p:cNvCxnSpPr>
            <p:nvPr/>
          </p:nvCxnSpPr>
          <p:spPr>
            <a:xfrm>
              <a:off x="3783689" y="16750895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74095E08-5AD9-AA37-3C54-6FB5CEF73945}"/>
                    </a:ext>
                  </a:extLst>
                </p:cNvPr>
                <p:cNvSpPr txBox="1"/>
                <p:nvPr/>
              </p:nvSpPr>
              <p:spPr>
                <a:xfrm>
                  <a:off x="10027230" y="15822756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74095E08-5AD9-AA37-3C54-6FB5CEF739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7230" y="15822756"/>
                  <a:ext cx="1428148" cy="738664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8" name="Straight Arrow Connector 117">
              <a:extLst>
                <a:ext uri="{FF2B5EF4-FFF2-40B4-BE49-F238E27FC236}">
                  <a16:creationId xmlns:a16="http://schemas.microsoft.com/office/drawing/2014/main" id="{F7F6E03A-0DD3-7494-D978-81856CDCDD09}"/>
                </a:ext>
              </a:extLst>
            </p:cNvPr>
            <p:cNvCxnSpPr>
              <a:cxnSpLocks/>
            </p:cNvCxnSpPr>
            <p:nvPr/>
          </p:nvCxnSpPr>
          <p:spPr>
            <a:xfrm>
              <a:off x="9714288" y="16750895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8B2F5086-D0EC-CBCB-4A3A-84F9E8F5D78E}"/>
                    </a:ext>
                  </a:extLst>
                </p:cNvPr>
                <p:cNvSpPr txBox="1"/>
                <p:nvPr/>
              </p:nvSpPr>
              <p:spPr>
                <a:xfrm>
                  <a:off x="-19065688" y="9628425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8B2F5086-D0EC-CBCB-4A3A-84F9E8F5D7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9065688" y="9628425"/>
                  <a:ext cx="1428148" cy="738664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7AD8731C-5920-4A83-5881-8CCCB7A15E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19526111" y="1055656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83B189D3-4075-B883-BEC7-7E94CF6C807A}"/>
                    </a:ext>
                  </a:extLst>
                </p:cNvPr>
                <p:cNvSpPr txBox="1"/>
                <p:nvPr/>
              </p:nvSpPr>
              <p:spPr>
                <a:xfrm>
                  <a:off x="-13315442" y="9628425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83B189D3-4075-B883-BEC7-7E94CF6C80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3315442" y="9628425"/>
                  <a:ext cx="1428148" cy="738664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C883513F-ED0B-E132-F501-07961D0505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13775866" y="1055656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84FD571A-F522-1DA1-2E36-B1946DD12D2A}"/>
                    </a:ext>
                  </a:extLst>
                </p:cNvPr>
                <p:cNvSpPr txBox="1"/>
                <p:nvPr/>
              </p:nvSpPr>
              <p:spPr>
                <a:xfrm>
                  <a:off x="-7509851" y="9628425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84FD571A-F522-1DA1-2E36-B1946DD12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509851" y="9628425"/>
                  <a:ext cx="1428148" cy="738664"/>
                </a:xfrm>
                <a:prstGeom prst="rect">
                  <a:avLst/>
                </a:prstGeom>
                <a:blipFill>
                  <a:blip r:embed="rId5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21F480E3-4838-9C5B-B49C-E32C3FF1F1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7970275" y="1055656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553A4BE6-24F6-BAB0-B4E5-716EB7196DFE}"/>
                    </a:ext>
                  </a:extLst>
                </p:cNvPr>
                <p:cNvSpPr txBox="1"/>
                <p:nvPr/>
              </p:nvSpPr>
              <p:spPr>
                <a:xfrm>
                  <a:off x="-1631818" y="9628425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553A4BE6-24F6-BAB0-B4E5-716EB7196D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31818" y="9628425"/>
                  <a:ext cx="1428148" cy="738664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ACD7109F-9B8B-385B-350C-E0C63A5A0B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92243" y="1055656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4300E20A-778A-2DCA-225D-F3F1F06236F6}"/>
                    </a:ext>
                  </a:extLst>
                </p:cNvPr>
                <p:cNvSpPr txBox="1"/>
                <p:nvPr/>
              </p:nvSpPr>
              <p:spPr>
                <a:xfrm>
                  <a:off x="4096628" y="9628425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4300E20A-778A-2DCA-225D-F3F1F06236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6628" y="9628425"/>
                  <a:ext cx="1428148" cy="738664"/>
                </a:xfrm>
                <a:prstGeom prst="rect">
                  <a:avLst/>
                </a:prstGeom>
                <a:blipFill>
                  <a:blip r:embed="rId5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E7C27F05-C10A-1CB3-637C-FDB3593F86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6204" y="1055656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60796E43-4E49-22EF-30A4-088CF1E7448F}"/>
                    </a:ext>
                  </a:extLst>
                </p:cNvPr>
                <p:cNvSpPr txBox="1"/>
                <p:nvPr/>
              </p:nvSpPr>
              <p:spPr>
                <a:xfrm>
                  <a:off x="10027230" y="9628425"/>
                  <a:ext cx="1428148" cy="7386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80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wall</m:t>
                            </m:r>
                          </m:sub>
                        </m:sSub>
                      </m:oMath>
                    </m:oMathPara>
                  </a14:m>
                  <a:endParaRPr lang="en-US" sz="48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60796E43-4E49-22EF-30A4-088CF1E744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27230" y="9628425"/>
                  <a:ext cx="1428148" cy="738664"/>
                </a:xfrm>
                <a:prstGeom prst="rect">
                  <a:avLst/>
                </a:prstGeom>
                <a:blipFill>
                  <a:blip r:embed="rId5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A6BB6681-9104-DBE4-6780-03C6AFF625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566803" y="10556566"/>
              <a:ext cx="2200019" cy="0"/>
            </a:xfrm>
            <a:prstGeom prst="straightConnector1">
              <a:avLst/>
            </a:prstGeom>
            <a:ln w="114300"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935001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216</TotalTime>
  <Words>113</Words>
  <Application>Microsoft Office PowerPoint</Application>
  <PresentationFormat>Custom</PresentationFormat>
  <Paragraphs>57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Walker</dc:creator>
  <cp:lastModifiedBy>Michael Walker</cp:lastModifiedBy>
  <cp:revision>1</cp:revision>
  <dcterms:created xsi:type="dcterms:W3CDTF">2025-12-16T14:43:50Z</dcterms:created>
  <dcterms:modified xsi:type="dcterms:W3CDTF">2025-12-16T18:20:21Z</dcterms:modified>
</cp:coreProperties>
</file>